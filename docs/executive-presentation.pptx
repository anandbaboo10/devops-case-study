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6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Decision: Re-scope, don’t stop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>
                <a:solidFill>
                  <a:srgbClr val="D2E5F0"/>
                </a:solidFill>
              </a:defRPr>
            </a:pPr>
            <a:r>
              <a:t>Keep safe repo migration moving. Re-focus scarce capacity on pipeline conversion, safe legacy runner paths, and developer friction. Stage security enforcement with clear gates.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6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Target state: paved roads + risk-tiered exceptions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>
                <a:solidFill>
                  <a:srgbClr val="D2E5F0"/>
                </a:solidFill>
              </a:defRPr>
            </a:pPr>
            <a:r>
              <a:t>GitHub Enterprise for code/CI. Azure Boards retained in one org. Reusable workflows and policy-as-code. Standard hosted runners plus isolated Windows/x86 exception pool. Fabric medallion + governed semantic model.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6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90-day execution: prove, then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>
                <a:solidFill>
                  <a:srgbClr val="D2E5F0"/>
                </a:solidFill>
              </a:defRPr>
            </a:pPr>
            <a:r>
              <a:t>0–30d: inventory, owners, archetypes, metric contract. 31–60d: 20–30 representative pilots, dual-run critical workflows, DQ gates, friction feedback. 61–90d: expand only when parity, security, rollback and developer experience pass.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6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Trust the data before targets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>
                <a:solidFill>
                  <a:srgbClr val="D2E5F0"/>
                </a:solidFill>
              </a:defRPr>
            </a:pPr>
            <a:r>
              <a:t>Supplied workbook: 164 commits, 350 builds, 11 incidents, 2 projects. Deployment outcome/event semantics and key mapping need validation; 1 incident has negative restore interval. Publish quality/coverage, not team rankings.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6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Decisions and investments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>
                <a:solidFill>
                  <a:srgbClr val="D2E5F0"/>
                </a:solidFill>
              </a:defRPr>
            </a:pPr>
            <a:r>
              <a:t>Approve sponsor/owners and wave priorities; fund platform/migration squad, isolated Windows runner capability, Fabric data stewardship. Approve graduated controls and expiring exceptions. Defer mass rewrites, ADO retirement, broad AI agents and DORA targets until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